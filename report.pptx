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19A825-8FB2-43DB-BC9D-5BE40D1082AE}" v="152" dt="2025-12-22T19:31:12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宸君 葉" userId="325a1ff1e7b936a6" providerId="LiveId" clId="{03A1A3BC-336D-4CEA-BA10-244A11DB88FB}"/>
    <pc:docChg chg="undo custSel addSld delSld modSld sldOrd">
      <pc:chgData name="宸君 葉" userId="325a1ff1e7b936a6" providerId="LiveId" clId="{03A1A3BC-336D-4CEA-BA10-244A11DB88FB}" dt="2025-12-22T19:31:20.995" v="3970" actId="20577"/>
      <pc:docMkLst>
        <pc:docMk/>
      </pc:docMkLst>
      <pc:sldChg chg="modSp new mod">
        <pc:chgData name="宸君 葉" userId="325a1ff1e7b936a6" providerId="LiveId" clId="{03A1A3BC-336D-4CEA-BA10-244A11DB88FB}" dt="2025-12-22T16:35:54.490" v="1823" actId="20577"/>
        <pc:sldMkLst>
          <pc:docMk/>
          <pc:sldMk cId="3154799245" sldId="256"/>
        </pc:sldMkLst>
        <pc:spChg chg="mod">
          <ac:chgData name="宸君 葉" userId="325a1ff1e7b936a6" providerId="LiveId" clId="{03A1A3BC-336D-4CEA-BA10-244A11DB88FB}" dt="2025-12-22T16:34:19.594" v="1794" actId="20577"/>
          <ac:spMkLst>
            <pc:docMk/>
            <pc:sldMk cId="3154799245" sldId="256"/>
            <ac:spMk id="2" creationId="{66757555-4B2D-CF98-0724-69E68A442D26}"/>
          </ac:spMkLst>
        </pc:spChg>
        <pc:spChg chg="mod">
          <ac:chgData name="宸君 葉" userId="325a1ff1e7b936a6" providerId="LiveId" clId="{03A1A3BC-336D-4CEA-BA10-244A11DB88FB}" dt="2025-12-22T16:35:54.490" v="1823" actId="20577"/>
          <ac:spMkLst>
            <pc:docMk/>
            <pc:sldMk cId="3154799245" sldId="256"/>
            <ac:spMk id="3" creationId="{6769792F-8D31-94BE-1956-D548BA48EAE6}"/>
          </ac:spMkLst>
        </pc:spChg>
      </pc:sldChg>
      <pc:sldChg chg="modSp new del mod">
        <pc:chgData name="宸君 葉" userId="325a1ff1e7b936a6" providerId="LiveId" clId="{03A1A3BC-336D-4CEA-BA10-244A11DB88FB}" dt="2025-12-22T16:44:10.556" v="2061" actId="47"/>
        <pc:sldMkLst>
          <pc:docMk/>
          <pc:sldMk cId="2238364763" sldId="257"/>
        </pc:sldMkLst>
        <pc:spChg chg="mod">
          <ac:chgData name="宸君 葉" userId="325a1ff1e7b936a6" providerId="LiveId" clId="{03A1A3BC-336D-4CEA-BA10-244A11DB88FB}" dt="2025-12-21T06:38:59.328" v="150" actId="20577"/>
          <ac:spMkLst>
            <pc:docMk/>
            <pc:sldMk cId="2238364763" sldId="257"/>
            <ac:spMk id="2" creationId="{2553BB0C-A45F-FA7B-4B80-27D4162E432D}"/>
          </ac:spMkLst>
        </pc:spChg>
        <pc:spChg chg="mod">
          <ac:chgData name="宸君 葉" userId="325a1ff1e7b936a6" providerId="LiveId" clId="{03A1A3BC-336D-4CEA-BA10-244A11DB88FB}" dt="2025-12-22T16:44:09.053" v="2060" actId="6549"/>
          <ac:spMkLst>
            <pc:docMk/>
            <pc:sldMk cId="2238364763" sldId="257"/>
            <ac:spMk id="3" creationId="{7B2E42B9-955E-5F5F-4D27-3BBB33A5997E}"/>
          </ac:spMkLst>
        </pc:spChg>
      </pc:sldChg>
      <pc:sldChg chg="modSp new del mod">
        <pc:chgData name="宸君 葉" userId="325a1ff1e7b936a6" providerId="LiveId" clId="{03A1A3BC-336D-4CEA-BA10-244A11DB88FB}" dt="2025-12-22T16:44:11.174" v="2062" actId="47"/>
        <pc:sldMkLst>
          <pc:docMk/>
          <pc:sldMk cId="165767164" sldId="258"/>
        </pc:sldMkLst>
        <pc:spChg chg="mod">
          <ac:chgData name="宸君 葉" userId="325a1ff1e7b936a6" providerId="LiveId" clId="{03A1A3BC-336D-4CEA-BA10-244A11DB88FB}" dt="2025-12-21T06:49:22.026" v="886" actId="20577"/>
          <ac:spMkLst>
            <pc:docMk/>
            <pc:sldMk cId="165767164" sldId="258"/>
            <ac:spMk id="2" creationId="{A84C855A-13BE-88CB-39EF-6A6214A98BD1}"/>
          </ac:spMkLst>
        </pc:spChg>
        <pc:spChg chg="mod">
          <ac:chgData name="宸君 葉" userId="325a1ff1e7b936a6" providerId="LiveId" clId="{03A1A3BC-336D-4CEA-BA10-244A11DB88FB}" dt="2025-12-21T06:57:33.079" v="1456" actId="20577"/>
          <ac:spMkLst>
            <pc:docMk/>
            <pc:sldMk cId="165767164" sldId="258"/>
            <ac:spMk id="3" creationId="{DDE90A08-E639-912A-E756-FAA3529A9031}"/>
          </ac:spMkLst>
        </pc:spChg>
      </pc:sldChg>
      <pc:sldChg chg="modSp new del mod">
        <pc:chgData name="宸君 葉" userId="325a1ff1e7b936a6" providerId="LiveId" clId="{03A1A3BC-336D-4CEA-BA10-244A11DB88FB}" dt="2025-12-22T16:51:07.201" v="2327" actId="47"/>
        <pc:sldMkLst>
          <pc:docMk/>
          <pc:sldMk cId="3669930433" sldId="259"/>
        </pc:sldMkLst>
        <pc:spChg chg="mod">
          <ac:chgData name="宸君 葉" userId="325a1ff1e7b936a6" providerId="LiveId" clId="{03A1A3BC-336D-4CEA-BA10-244A11DB88FB}" dt="2025-12-21T07:03:38.257" v="1458"/>
          <ac:spMkLst>
            <pc:docMk/>
            <pc:sldMk cId="3669930433" sldId="259"/>
            <ac:spMk id="2" creationId="{140BA632-D16A-6C5F-595C-A92257E22E67}"/>
          </ac:spMkLst>
        </pc:spChg>
        <pc:spChg chg="mod">
          <ac:chgData name="宸君 葉" userId="325a1ff1e7b936a6" providerId="LiveId" clId="{03A1A3BC-336D-4CEA-BA10-244A11DB88FB}" dt="2025-12-21T08:05:03.349" v="1780" actId="20577"/>
          <ac:spMkLst>
            <pc:docMk/>
            <pc:sldMk cId="3669930433" sldId="259"/>
            <ac:spMk id="3" creationId="{9FCADD78-72D6-3E7C-D24D-82D925269B69}"/>
          </ac:spMkLst>
        </pc:spChg>
      </pc:sldChg>
      <pc:sldChg chg="addSp modSp new mod">
        <pc:chgData name="宸君 葉" userId="325a1ff1e7b936a6" providerId="LiveId" clId="{03A1A3BC-336D-4CEA-BA10-244A11DB88FB}" dt="2025-12-22T16:53:47.511" v="2494" actId="20577"/>
        <pc:sldMkLst>
          <pc:docMk/>
          <pc:sldMk cId="2155116940" sldId="260"/>
        </pc:sldMkLst>
        <pc:spChg chg="mod">
          <ac:chgData name="宸君 葉" userId="325a1ff1e7b936a6" providerId="LiveId" clId="{03A1A3BC-336D-4CEA-BA10-244A11DB88FB}" dt="2025-12-22T16:40:04.668" v="1879" actId="20577"/>
          <ac:spMkLst>
            <pc:docMk/>
            <pc:sldMk cId="2155116940" sldId="260"/>
            <ac:spMk id="2" creationId="{5107DEE1-0561-159D-9364-1FF3D6BB012C}"/>
          </ac:spMkLst>
        </pc:spChg>
        <pc:spChg chg="mod">
          <ac:chgData name="宸君 葉" userId="325a1ff1e7b936a6" providerId="LiveId" clId="{03A1A3BC-336D-4CEA-BA10-244A11DB88FB}" dt="2025-12-22T16:53:47.511" v="2494" actId="20577"/>
          <ac:spMkLst>
            <pc:docMk/>
            <pc:sldMk cId="2155116940" sldId="260"/>
            <ac:spMk id="3" creationId="{50C17344-28B8-6DAE-E4D7-0108FD560533}"/>
          </ac:spMkLst>
        </pc:spChg>
        <pc:spChg chg="add">
          <ac:chgData name="宸君 葉" userId="325a1ff1e7b936a6" providerId="LiveId" clId="{03A1A3BC-336D-4CEA-BA10-244A11DB88FB}" dt="2025-12-22T16:41:26.661" v="2019"/>
          <ac:spMkLst>
            <pc:docMk/>
            <pc:sldMk cId="2155116940" sldId="260"/>
            <ac:spMk id="4" creationId="{321E1678-0C1F-C751-FD61-D3A3538A18D0}"/>
          </ac:spMkLst>
        </pc:spChg>
        <pc:spChg chg="add">
          <ac:chgData name="宸君 葉" userId="325a1ff1e7b936a6" providerId="LiveId" clId="{03A1A3BC-336D-4CEA-BA10-244A11DB88FB}" dt="2025-12-22T16:41:28.792" v="2020"/>
          <ac:spMkLst>
            <pc:docMk/>
            <pc:sldMk cId="2155116940" sldId="260"/>
            <ac:spMk id="5" creationId="{2B041594-F017-6D75-B6C0-95AF6A31D7A2}"/>
          </ac:spMkLst>
        </pc:spChg>
      </pc:sldChg>
      <pc:sldChg chg="modSp add mod">
        <pc:chgData name="宸君 葉" userId="325a1ff1e7b936a6" providerId="LiveId" clId="{03A1A3BC-336D-4CEA-BA10-244A11DB88FB}" dt="2025-12-22T16:53:50.096" v="2495" actId="20577"/>
        <pc:sldMkLst>
          <pc:docMk/>
          <pc:sldMk cId="2198917178" sldId="261"/>
        </pc:sldMkLst>
        <pc:spChg chg="mod">
          <ac:chgData name="宸君 葉" userId="325a1ff1e7b936a6" providerId="LiveId" clId="{03A1A3BC-336D-4CEA-BA10-244A11DB88FB}" dt="2025-12-22T16:42:02.002" v="2034" actId="20577"/>
          <ac:spMkLst>
            <pc:docMk/>
            <pc:sldMk cId="2198917178" sldId="261"/>
            <ac:spMk id="2" creationId="{30DDEAAB-ADCB-B78E-9108-861DA183A63C}"/>
          </ac:spMkLst>
        </pc:spChg>
        <pc:spChg chg="mod">
          <ac:chgData name="宸君 葉" userId="325a1ff1e7b936a6" providerId="LiveId" clId="{03A1A3BC-336D-4CEA-BA10-244A11DB88FB}" dt="2025-12-22T16:53:50.096" v="2495" actId="20577"/>
          <ac:spMkLst>
            <pc:docMk/>
            <pc:sldMk cId="2198917178" sldId="261"/>
            <ac:spMk id="3" creationId="{4B7ACE3C-0C7B-9130-AA3C-ADC4A845A4A4}"/>
          </ac:spMkLst>
        </pc:spChg>
      </pc:sldChg>
      <pc:sldChg chg="new del">
        <pc:chgData name="宸君 葉" userId="325a1ff1e7b936a6" providerId="LiveId" clId="{03A1A3BC-336D-4CEA-BA10-244A11DB88FB}" dt="2025-12-22T16:41:56.429" v="2027" actId="47"/>
        <pc:sldMkLst>
          <pc:docMk/>
          <pc:sldMk cId="3049065889" sldId="261"/>
        </pc:sldMkLst>
      </pc:sldChg>
      <pc:sldChg chg="addSp modSp new mod">
        <pc:chgData name="宸君 葉" userId="325a1ff1e7b936a6" providerId="LiveId" clId="{03A1A3BC-336D-4CEA-BA10-244A11DB88FB}" dt="2025-12-22T16:49:47.210" v="2325" actId="5793"/>
        <pc:sldMkLst>
          <pc:docMk/>
          <pc:sldMk cId="1039761742" sldId="262"/>
        </pc:sldMkLst>
        <pc:spChg chg="mod">
          <ac:chgData name="宸君 葉" userId="325a1ff1e7b936a6" providerId="LiveId" clId="{03A1A3BC-336D-4CEA-BA10-244A11DB88FB}" dt="2025-12-22T16:49:07.460" v="2308" actId="20577"/>
          <ac:spMkLst>
            <pc:docMk/>
            <pc:sldMk cId="1039761742" sldId="262"/>
            <ac:spMk id="2" creationId="{09952B93-B882-71EF-FBA0-B16D9696BD6E}"/>
          </ac:spMkLst>
        </pc:spChg>
        <pc:spChg chg="mod">
          <ac:chgData name="宸君 葉" userId="325a1ff1e7b936a6" providerId="LiveId" clId="{03A1A3BC-336D-4CEA-BA10-244A11DB88FB}" dt="2025-12-22T16:49:47.210" v="2325" actId="5793"/>
          <ac:spMkLst>
            <pc:docMk/>
            <pc:sldMk cId="1039761742" sldId="262"/>
            <ac:spMk id="3" creationId="{0EF8694B-0942-1F16-903E-765C8360DDA5}"/>
          </ac:spMkLst>
        </pc:spChg>
        <pc:spChg chg="add">
          <ac:chgData name="宸君 葉" userId="325a1ff1e7b936a6" providerId="LiveId" clId="{03A1A3BC-336D-4CEA-BA10-244A11DB88FB}" dt="2025-12-22T16:44:56.860" v="2069"/>
          <ac:spMkLst>
            <pc:docMk/>
            <pc:sldMk cId="1039761742" sldId="262"/>
            <ac:spMk id="4" creationId="{CC4CCA5B-C110-4FCE-4D0A-F87E6876FBFA}"/>
          </ac:spMkLst>
        </pc:spChg>
        <pc:spChg chg="add">
          <ac:chgData name="宸君 葉" userId="325a1ff1e7b936a6" providerId="LiveId" clId="{03A1A3BC-336D-4CEA-BA10-244A11DB88FB}" dt="2025-12-22T16:44:58.109" v="2070"/>
          <ac:spMkLst>
            <pc:docMk/>
            <pc:sldMk cId="1039761742" sldId="262"/>
            <ac:spMk id="5" creationId="{EBB5D74C-AC20-8B72-00CF-C0F317A90279}"/>
          </ac:spMkLst>
        </pc:spChg>
        <pc:spChg chg="add">
          <ac:chgData name="宸君 葉" userId="325a1ff1e7b936a6" providerId="LiveId" clId="{03A1A3BC-336D-4CEA-BA10-244A11DB88FB}" dt="2025-12-22T16:45:02.697" v="2071"/>
          <ac:spMkLst>
            <pc:docMk/>
            <pc:sldMk cId="1039761742" sldId="262"/>
            <ac:spMk id="6" creationId="{8E2FF3FA-613C-7563-D6FD-334EA7B28AF0}"/>
          </ac:spMkLst>
        </pc:spChg>
        <pc:spChg chg="add">
          <ac:chgData name="宸君 葉" userId="325a1ff1e7b936a6" providerId="LiveId" clId="{03A1A3BC-336D-4CEA-BA10-244A11DB88FB}" dt="2025-12-22T16:45:04.515" v="2072"/>
          <ac:spMkLst>
            <pc:docMk/>
            <pc:sldMk cId="1039761742" sldId="262"/>
            <ac:spMk id="7" creationId="{44B04C39-C95F-4053-6EE4-02C6A29D8D74}"/>
          </ac:spMkLst>
        </pc:spChg>
      </pc:sldChg>
      <pc:sldChg chg="modSp add mod">
        <pc:chgData name="宸君 葉" userId="325a1ff1e7b936a6" providerId="LiveId" clId="{03A1A3BC-336D-4CEA-BA10-244A11DB88FB}" dt="2025-12-22T16:49:39.662" v="2320" actId="20577"/>
        <pc:sldMkLst>
          <pc:docMk/>
          <pc:sldMk cId="1437353" sldId="263"/>
        </pc:sldMkLst>
        <pc:spChg chg="mod">
          <ac:chgData name="宸君 葉" userId="325a1ff1e7b936a6" providerId="LiveId" clId="{03A1A3BC-336D-4CEA-BA10-244A11DB88FB}" dt="2025-12-22T16:49:05.609" v="2306" actId="20577"/>
          <ac:spMkLst>
            <pc:docMk/>
            <pc:sldMk cId="1437353" sldId="263"/>
            <ac:spMk id="2" creationId="{718713FF-C036-5F87-1876-7BC6DD223CAC}"/>
          </ac:spMkLst>
        </pc:spChg>
        <pc:spChg chg="mod">
          <ac:chgData name="宸君 葉" userId="325a1ff1e7b936a6" providerId="LiveId" clId="{03A1A3BC-336D-4CEA-BA10-244A11DB88FB}" dt="2025-12-22T16:49:39.662" v="2320" actId="20577"/>
          <ac:spMkLst>
            <pc:docMk/>
            <pc:sldMk cId="1437353" sldId="263"/>
            <ac:spMk id="3" creationId="{22C87097-B0D5-ABA2-F789-20B754035E54}"/>
          </ac:spMkLst>
        </pc:spChg>
      </pc:sldChg>
      <pc:sldChg chg="addSp modSp add mod">
        <pc:chgData name="宸君 葉" userId="325a1ff1e7b936a6" providerId="LiveId" clId="{03A1A3BC-336D-4CEA-BA10-244A11DB88FB}" dt="2025-12-22T16:58:48.097" v="2554" actId="20577"/>
        <pc:sldMkLst>
          <pc:docMk/>
          <pc:sldMk cId="2401059446" sldId="264"/>
        </pc:sldMkLst>
        <pc:spChg chg="mod">
          <ac:chgData name="宸君 葉" userId="325a1ff1e7b936a6" providerId="LiveId" clId="{03A1A3BC-336D-4CEA-BA10-244A11DB88FB}" dt="2025-12-22T16:51:33.297" v="2357" actId="20577"/>
          <ac:spMkLst>
            <pc:docMk/>
            <pc:sldMk cId="2401059446" sldId="264"/>
            <ac:spMk id="2" creationId="{746417D7-7FA2-7D9A-55B0-9AFE3DDE07A7}"/>
          </ac:spMkLst>
        </pc:spChg>
        <pc:spChg chg="mod">
          <ac:chgData name="宸君 葉" userId="325a1ff1e7b936a6" providerId="LiveId" clId="{03A1A3BC-336D-4CEA-BA10-244A11DB88FB}" dt="2025-12-22T16:58:48.097" v="2554" actId="20577"/>
          <ac:spMkLst>
            <pc:docMk/>
            <pc:sldMk cId="2401059446" sldId="264"/>
            <ac:spMk id="3" creationId="{B99AD890-211B-4C1D-5FF4-0441F6ABDCDA}"/>
          </ac:spMkLst>
        </pc:spChg>
        <pc:spChg chg="add">
          <ac:chgData name="宸君 葉" userId="325a1ff1e7b936a6" providerId="LiveId" clId="{03A1A3BC-336D-4CEA-BA10-244A11DB88FB}" dt="2025-12-22T16:51:50.119" v="2361"/>
          <ac:spMkLst>
            <pc:docMk/>
            <pc:sldMk cId="2401059446" sldId="264"/>
            <ac:spMk id="4" creationId="{D17A0DE0-6BB6-B7CE-827B-FCB2FC70E727}"/>
          </ac:spMkLst>
        </pc:spChg>
      </pc:sldChg>
      <pc:sldChg chg="addSp modSp add mod">
        <pc:chgData name="宸君 葉" userId="325a1ff1e7b936a6" providerId="LiveId" clId="{03A1A3BC-336D-4CEA-BA10-244A11DB88FB}" dt="2025-12-22T17:07:28.840" v="2728" actId="20577"/>
        <pc:sldMkLst>
          <pc:docMk/>
          <pc:sldMk cId="219195449" sldId="265"/>
        </pc:sldMkLst>
        <pc:spChg chg="mod">
          <ac:chgData name="宸君 葉" userId="325a1ff1e7b936a6" providerId="LiveId" clId="{03A1A3BC-336D-4CEA-BA10-244A11DB88FB}" dt="2025-12-22T17:02:30.849" v="2557" actId="255"/>
          <ac:spMkLst>
            <pc:docMk/>
            <pc:sldMk cId="219195449" sldId="265"/>
            <ac:spMk id="2" creationId="{E9E55EEC-144E-B0A1-4C08-6E24CAF41A61}"/>
          </ac:spMkLst>
        </pc:spChg>
        <pc:spChg chg="mod">
          <ac:chgData name="宸君 葉" userId="325a1ff1e7b936a6" providerId="LiveId" clId="{03A1A3BC-336D-4CEA-BA10-244A11DB88FB}" dt="2025-12-22T17:07:28.840" v="2728" actId="20577"/>
          <ac:spMkLst>
            <pc:docMk/>
            <pc:sldMk cId="219195449" sldId="265"/>
            <ac:spMk id="3" creationId="{8D72FFC7-6061-4E06-3A7C-AF71D785AC44}"/>
          </ac:spMkLst>
        </pc:spChg>
        <pc:spChg chg="add">
          <ac:chgData name="宸君 葉" userId="325a1ff1e7b936a6" providerId="LiveId" clId="{03A1A3BC-336D-4CEA-BA10-244A11DB88FB}" dt="2025-12-22T17:03:08.043" v="2571"/>
          <ac:spMkLst>
            <pc:docMk/>
            <pc:sldMk cId="219195449" sldId="265"/>
            <ac:spMk id="4" creationId="{1F7FF616-D6DD-96C0-0D31-1EAA71421730}"/>
          </ac:spMkLst>
        </pc:spChg>
      </pc:sldChg>
      <pc:sldChg chg="addSp modSp add mod ord">
        <pc:chgData name="宸君 葉" userId="325a1ff1e7b936a6" providerId="LiveId" clId="{03A1A3BC-336D-4CEA-BA10-244A11DB88FB}" dt="2025-12-22T17:08:01.214" v="2738" actId="14100"/>
        <pc:sldMkLst>
          <pc:docMk/>
          <pc:sldMk cId="2940371974" sldId="266"/>
        </pc:sldMkLst>
        <pc:spChg chg="mod">
          <ac:chgData name="宸君 葉" userId="325a1ff1e7b936a6" providerId="LiveId" clId="{03A1A3BC-336D-4CEA-BA10-244A11DB88FB}" dt="2025-12-22T17:05:15.585" v="2611"/>
          <ac:spMkLst>
            <pc:docMk/>
            <pc:sldMk cId="2940371974" sldId="266"/>
            <ac:spMk id="2" creationId="{E4AAC6E7-A304-7403-38B8-5591EAF07C63}"/>
          </ac:spMkLst>
        </pc:spChg>
        <pc:spChg chg="mod">
          <ac:chgData name="宸君 葉" userId="325a1ff1e7b936a6" providerId="LiveId" clId="{03A1A3BC-336D-4CEA-BA10-244A11DB88FB}" dt="2025-12-22T17:08:01.214" v="2738" actId="14100"/>
          <ac:spMkLst>
            <pc:docMk/>
            <pc:sldMk cId="2940371974" sldId="266"/>
            <ac:spMk id="3" creationId="{FD8E04A4-3803-3D8D-B559-AF97472D87DC}"/>
          </ac:spMkLst>
        </pc:spChg>
        <pc:spChg chg="add">
          <ac:chgData name="宸君 葉" userId="325a1ff1e7b936a6" providerId="LiveId" clId="{03A1A3BC-336D-4CEA-BA10-244A11DB88FB}" dt="2025-12-22T17:06:30.271" v="2643"/>
          <ac:spMkLst>
            <pc:docMk/>
            <pc:sldMk cId="2940371974" sldId="266"/>
            <ac:spMk id="4" creationId="{54D287C1-ED31-9DC8-02BB-C7E4C61CAC3D}"/>
          </ac:spMkLst>
        </pc:spChg>
        <pc:spChg chg="add">
          <ac:chgData name="宸君 葉" userId="325a1ff1e7b936a6" providerId="LiveId" clId="{03A1A3BC-336D-4CEA-BA10-244A11DB88FB}" dt="2025-12-22T17:06:38.149" v="2644"/>
          <ac:spMkLst>
            <pc:docMk/>
            <pc:sldMk cId="2940371974" sldId="266"/>
            <ac:spMk id="5" creationId="{C5DE29D1-5E6F-4630-C22B-A4DE6C444A74}"/>
          </ac:spMkLst>
        </pc:spChg>
        <pc:spChg chg="add">
          <ac:chgData name="宸君 葉" userId="325a1ff1e7b936a6" providerId="LiveId" clId="{03A1A3BC-336D-4CEA-BA10-244A11DB88FB}" dt="2025-12-22T17:06:45.908" v="2648"/>
          <ac:spMkLst>
            <pc:docMk/>
            <pc:sldMk cId="2940371974" sldId="266"/>
            <ac:spMk id="6" creationId="{FBAECC10-6A05-B0EB-E480-FEBDBCCDD5ED}"/>
          </ac:spMkLst>
        </pc:spChg>
        <pc:spChg chg="add">
          <ac:chgData name="宸君 葉" userId="325a1ff1e7b936a6" providerId="LiveId" clId="{03A1A3BC-336D-4CEA-BA10-244A11DB88FB}" dt="2025-12-22T17:06:47.199" v="2649"/>
          <ac:spMkLst>
            <pc:docMk/>
            <pc:sldMk cId="2940371974" sldId="266"/>
            <ac:spMk id="7" creationId="{602957BB-1BC2-10DE-C135-2EDC7F05C1EE}"/>
          </ac:spMkLst>
        </pc:spChg>
        <pc:spChg chg="add">
          <ac:chgData name="宸君 葉" userId="325a1ff1e7b936a6" providerId="LiveId" clId="{03A1A3BC-336D-4CEA-BA10-244A11DB88FB}" dt="2025-12-22T17:06:51.652" v="2654"/>
          <ac:spMkLst>
            <pc:docMk/>
            <pc:sldMk cId="2940371974" sldId="266"/>
            <ac:spMk id="8" creationId="{E3FCAD95-257C-8582-F58C-C7D5410F01DC}"/>
          </ac:spMkLst>
        </pc:spChg>
      </pc:sldChg>
      <pc:sldChg chg="modSp add del mod">
        <pc:chgData name="宸君 葉" userId="325a1ff1e7b936a6" providerId="LiveId" clId="{03A1A3BC-336D-4CEA-BA10-244A11DB88FB}" dt="2025-12-22T17:05:07.284" v="2607" actId="47"/>
        <pc:sldMkLst>
          <pc:docMk/>
          <pc:sldMk cId="3290914082" sldId="266"/>
        </pc:sldMkLst>
        <pc:spChg chg="mod">
          <ac:chgData name="宸君 葉" userId="325a1ff1e7b936a6" providerId="LiveId" clId="{03A1A3BC-336D-4CEA-BA10-244A11DB88FB}" dt="2025-12-22T17:05:05.838" v="2606"/>
          <ac:spMkLst>
            <pc:docMk/>
            <pc:sldMk cId="3290914082" sldId="266"/>
            <ac:spMk id="2" creationId="{43DCAD6D-AC58-2177-CCBC-136A511ED39B}"/>
          </ac:spMkLst>
        </pc:spChg>
      </pc:sldChg>
      <pc:sldChg chg="addSp modSp add del mod">
        <pc:chgData name="宸君 葉" userId="325a1ff1e7b936a6" providerId="LiveId" clId="{03A1A3BC-336D-4CEA-BA10-244A11DB88FB}" dt="2025-12-22T17:18:38.246" v="2952" actId="47"/>
        <pc:sldMkLst>
          <pc:docMk/>
          <pc:sldMk cId="1235485878" sldId="267"/>
        </pc:sldMkLst>
        <pc:spChg chg="mod">
          <ac:chgData name="宸君 葉" userId="325a1ff1e7b936a6" providerId="LiveId" clId="{03A1A3BC-336D-4CEA-BA10-244A11DB88FB}" dt="2025-12-22T17:18:31.814" v="2951" actId="20577"/>
          <ac:spMkLst>
            <pc:docMk/>
            <pc:sldMk cId="1235485878" sldId="267"/>
            <ac:spMk id="2" creationId="{B56ED625-46AD-80B8-A7F1-4B7C7E751234}"/>
          </ac:spMkLst>
        </pc:spChg>
        <pc:spChg chg="mod">
          <ac:chgData name="宸君 葉" userId="325a1ff1e7b936a6" providerId="LiveId" clId="{03A1A3BC-336D-4CEA-BA10-244A11DB88FB}" dt="2025-12-22T17:12:18.820" v="2945" actId="207"/>
          <ac:spMkLst>
            <pc:docMk/>
            <pc:sldMk cId="1235485878" sldId="267"/>
            <ac:spMk id="3" creationId="{DF58A293-81DC-CC8D-47D4-A38D30194C1E}"/>
          </ac:spMkLst>
        </pc:spChg>
        <pc:spChg chg="add">
          <ac:chgData name="宸君 葉" userId="325a1ff1e7b936a6" providerId="LiveId" clId="{03A1A3BC-336D-4CEA-BA10-244A11DB88FB}" dt="2025-12-22T17:10:03.970" v="2742"/>
          <ac:spMkLst>
            <pc:docMk/>
            <pc:sldMk cId="1235485878" sldId="267"/>
            <ac:spMk id="4" creationId="{6F0E5676-E4C7-5F9D-DCB1-6CB138F28244}"/>
          </ac:spMkLst>
        </pc:spChg>
        <pc:spChg chg="add">
          <ac:chgData name="宸君 葉" userId="325a1ff1e7b936a6" providerId="LiveId" clId="{03A1A3BC-336D-4CEA-BA10-244A11DB88FB}" dt="2025-12-22T17:11:33.953" v="2926"/>
          <ac:spMkLst>
            <pc:docMk/>
            <pc:sldMk cId="1235485878" sldId="267"/>
            <ac:spMk id="5" creationId="{E64974A8-15FB-D544-99DF-54F26E9FC538}"/>
          </ac:spMkLst>
        </pc:spChg>
      </pc:sldChg>
      <pc:sldChg chg="addSp delSp modSp add mod ord">
        <pc:chgData name="宸君 葉" userId="325a1ff1e7b936a6" providerId="LiveId" clId="{03A1A3BC-336D-4CEA-BA10-244A11DB88FB}" dt="2025-12-22T19:31:20.995" v="3970" actId="20577"/>
        <pc:sldMkLst>
          <pc:docMk/>
          <pc:sldMk cId="1564230801" sldId="267"/>
        </pc:sldMkLst>
        <pc:spChg chg="mod">
          <ac:chgData name="宸君 葉" userId="325a1ff1e7b936a6" providerId="LiveId" clId="{03A1A3BC-336D-4CEA-BA10-244A11DB88FB}" dt="2025-12-22T17:19:17.680" v="2997" actId="20577"/>
          <ac:spMkLst>
            <pc:docMk/>
            <pc:sldMk cId="1564230801" sldId="267"/>
            <ac:spMk id="2" creationId="{2683FBA8-0A5D-104A-BD18-215EAC5A52CC}"/>
          </ac:spMkLst>
        </pc:spChg>
        <pc:spChg chg="del mod">
          <ac:chgData name="宸君 葉" userId="325a1ff1e7b936a6" providerId="LiveId" clId="{03A1A3BC-336D-4CEA-BA10-244A11DB88FB}" dt="2025-12-22T17:23:59.135" v="3141" actId="478"/>
          <ac:spMkLst>
            <pc:docMk/>
            <pc:sldMk cId="1564230801" sldId="267"/>
            <ac:spMk id="3" creationId="{7F5E9CAA-E8F9-0967-0546-70821C8F0FE3}"/>
          </ac:spMkLst>
        </pc:spChg>
        <pc:spChg chg="add mod">
          <ac:chgData name="宸君 葉" userId="325a1ff1e7b936a6" providerId="LiveId" clId="{03A1A3BC-336D-4CEA-BA10-244A11DB88FB}" dt="2025-12-22T19:30:44.605" v="3945" actId="1076"/>
          <ac:spMkLst>
            <pc:docMk/>
            <pc:sldMk cId="1564230801" sldId="267"/>
            <ac:spMk id="10" creationId="{E3FB7243-338A-DC5D-AADE-F155C7546073}"/>
          </ac:spMkLst>
        </pc:spChg>
        <pc:spChg chg="add mod">
          <ac:chgData name="宸君 葉" userId="325a1ff1e7b936a6" providerId="LiveId" clId="{03A1A3BC-336D-4CEA-BA10-244A11DB88FB}" dt="2025-12-22T19:31:02.462" v="3965" actId="20577"/>
          <ac:spMkLst>
            <pc:docMk/>
            <pc:sldMk cId="1564230801" sldId="267"/>
            <ac:spMk id="11" creationId="{A64D9461-A08D-A1F7-A313-2E734E44FB0B}"/>
          </ac:spMkLst>
        </pc:spChg>
        <pc:graphicFrameChg chg="add del mod modGraphic">
          <ac:chgData name="宸君 葉" userId="325a1ff1e7b936a6" providerId="LiveId" clId="{03A1A3BC-336D-4CEA-BA10-244A11DB88FB}" dt="2025-12-22T17:23:20.011" v="3109" actId="3680"/>
          <ac:graphicFrameMkLst>
            <pc:docMk/>
            <pc:sldMk cId="1564230801" sldId="267"/>
            <ac:graphicFrameMk id="4" creationId="{B3D35FA9-7C10-827F-866E-1EC8FCE3D46E}"/>
          </ac:graphicFrameMkLst>
        </pc:graphicFrameChg>
        <pc:graphicFrameChg chg="add mod modGraphic">
          <ac:chgData name="宸君 葉" userId="325a1ff1e7b936a6" providerId="LiveId" clId="{03A1A3BC-336D-4CEA-BA10-244A11DB88FB}" dt="2025-12-22T19:31:20.995" v="3970" actId="20577"/>
          <ac:graphicFrameMkLst>
            <pc:docMk/>
            <pc:sldMk cId="1564230801" sldId="267"/>
            <ac:graphicFrameMk id="5" creationId="{FC8BD10F-CC06-10D1-965E-AB034126E71C}"/>
          </ac:graphicFrameMkLst>
        </pc:graphicFrameChg>
        <pc:picChg chg="add del mod">
          <ac:chgData name="宸君 葉" userId="325a1ff1e7b936a6" providerId="LiveId" clId="{03A1A3BC-336D-4CEA-BA10-244A11DB88FB}" dt="2025-12-22T19:02:55.754" v="3900" actId="478"/>
          <ac:picMkLst>
            <pc:docMk/>
            <pc:sldMk cId="1564230801" sldId="267"/>
            <ac:picMk id="7" creationId="{48E70050-86B3-5DC6-5889-3DE0F21289E6}"/>
          </ac:picMkLst>
        </pc:picChg>
        <pc:picChg chg="add mod">
          <ac:chgData name="宸君 葉" userId="325a1ff1e7b936a6" providerId="LiveId" clId="{03A1A3BC-336D-4CEA-BA10-244A11DB88FB}" dt="2025-12-22T19:30:46.412" v="3946" actId="1076"/>
          <ac:picMkLst>
            <pc:docMk/>
            <pc:sldMk cId="1564230801" sldId="267"/>
            <ac:picMk id="9" creationId="{B5E45A8C-4AE4-F2A3-BBD2-8B2F171E9C8D}"/>
          </ac:picMkLst>
        </pc:picChg>
        <pc:picChg chg="add mod">
          <ac:chgData name="宸君 葉" userId="325a1ff1e7b936a6" providerId="LiveId" clId="{03A1A3BC-336D-4CEA-BA10-244A11DB88FB}" dt="2025-12-22T19:31:16.851" v="3967" actId="1076"/>
          <ac:picMkLst>
            <pc:docMk/>
            <pc:sldMk cId="1564230801" sldId="267"/>
            <ac:picMk id="13" creationId="{F057AFB9-1DCE-7CB7-D2ED-EA53E82516E5}"/>
          </ac:picMkLst>
        </pc:picChg>
      </pc:sldChg>
      <pc:sldChg chg="addSp modSp add mod ord">
        <pc:chgData name="宸君 葉" userId="325a1ff1e7b936a6" providerId="LiveId" clId="{03A1A3BC-336D-4CEA-BA10-244A11DB88FB}" dt="2025-12-22T17:34:56.877" v="3433" actId="207"/>
        <pc:sldMkLst>
          <pc:docMk/>
          <pc:sldMk cId="1230148714" sldId="268"/>
        </pc:sldMkLst>
        <pc:spChg chg="mod">
          <ac:chgData name="宸君 葉" userId="325a1ff1e7b936a6" providerId="LiveId" clId="{03A1A3BC-336D-4CEA-BA10-244A11DB88FB}" dt="2025-12-22T17:29:54.391" v="3251" actId="20577"/>
          <ac:spMkLst>
            <pc:docMk/>
            <pc:sldMk cId="1230148714" sldId="268"/>
            <ac:spMk id="2" creationId="{097FB6B4-834D-781C-9878-5A9B68381530}"/>
          </ac:spMkLst>
        </pc:spChg>
        <pc:spChg chg="mod">
          <ac:chgData name="宸君 葉" userId="325a1ff1e7b936a6" providerId="LiveId" clId="{03A1A3BC-336D-4CEA-BA10-244A11DB88FB}" dt="2025-12-22T17:34:56.877" v="3433" actId="207"/>
          <ac:spMkLst>
            <pc:docMk/>
            <pc:sldMk cId="1230148714" sldId="268"/>
            <ac:spMk id="3" creationId="{471D90BA-ECF7-951A-464C-D5251D0D6966}"/>
          </ac:spMkLst>
        </pc:spChg>
        <pc:spChg chg="add">
          <ac:chgData name="宸君 葉" userId="325a1ff1e7b936a6" providerId="LiveId" clId="{03A1A3BC-336D-4CEA-BA10-244A11DB88FB}" dt="2025-12-22T17:30:44.957" v="3256"/>
          <ac:spMkLst>
            <pc:docMk/>
            <pc:sldMk cId="1230148714" sldId="268"/>
            <ac:spMk id="4" creationId="{7EB0C979-9309-9BAD-E974-0B58E27C683F}"/>
          </ac:spMkLst>
        </pc:spChg>
        <pc:spChg chg="add">
          <ac:chgData name="宸君 葉" userId="325a1ff1e7b936a6" providerId="LiveId" clId="{03A1A3BC-336D-4CEA-BA10-244A11DB88FB}" dt="2025-12-22T17:31:23.706" v="3291"/>
          <ac:spMkLst>
            <pc:docMk/>
            <pc:sldMk cId="1230148714" sldId="268"/>
            <ac:spMk id="5" creationId="{D175CF18-82EA-F0D1-075B-9A991ED74B41}"/>
          </ac:spMkLst>
        </pc:spChg>
        <pc:spChg chg="add">
          <ac:chgData name="宸君 葉" userId="325a1ff1e7b936a6" providerId="LiveId" clId="{03A1A3BC-336D-4CEA-BA10-244A11DB88FB}" dt="2025-12-22T17:31:32.972" v="3298"/>
          <ac:spMkLst>
            <pc:docMk/>
            <pc:sldMk cId="1230148714" sldId="268"/>
            <ac:spMk id="6" creationId="{90052C69-EE4A-2813-E164-3BF9B6CEEC70}"/>
          </ac:spMkLst>
        </pc:spChg>
      </pc:sldChg>
      <pc:sldChg chg="delSp modSp add del mod">
        <pc:chgData name="宸君 葉" userId="325a1ff1e7b936a6" providerId="LiveId" clId="{03A1A3BC-336D-4CEA-BA10-244A11DB88FB}" dt="2025-12-22T17:29:33.312" v="3228" actId="47"/>
        <pc:sldMkLst>
          <pc:docMk/>
          <pc:sldMk cId="1437581970" sldId="268"/>
        </pc:sldMkLst>
        <pc:spChg chg="mod">
          <ac:chgData name="宸君 葉" userId="325a1ff1e7b936a6" providerId="LiveId" clId="{03A1A3BC-336D-4CEA-BA10-244A11DB88FB}" dt="2025-12-22T17:29:28.992" v="3227" actId="20577"/>
          <ac:spMkLst>
            <pc:docMk/>
            <pc:sldMk cId="1437581970" sldId="268"/>
            <ac:spMk id="2" creationId="{B5B48059-3C4C-40B4-5D0D-56DEAE85EEA1}"/>
          </ac:spMkLst>
        </pc:spChg>
        <pc:graphicFrameChg chg="del">
          <ac:chgData name="宸君 葉" userId="325a1ff1e7b936a6" providerId="LiveId" clId="{03A1A3BC-336D-4CEA-BA10-244A11DB88FB}" dt="2025-12-22T17:29:18.752" v="3213" actId="478"/>
          <ac:graphicFrameMkLst>
            <pc:docMk/>
            <pc:sldMk cId="1437581970" sldId="268"/>
            <ac:graphicFrameMk id="5" creationId="{469D5FA6-CFC7-B505-DD75-50C5877FC84A}"/>
          </ac:graphicFrameMkLst>
        </pc:graphicFrameChg>
      </pc:sldChg>
      <pc:sldChg chg="addSp modSp add mod">
        <pc:chgData name="宸君 葉" userId="325a1ff1e7b936a6" providerId="LiveId" clId="{03A1A3BC-336D-4CEA-BA10-244A11DB88FB}" dt="2025-12-22T17:40:03.868" v="3882" actId="207"/>
        <pc:sldMkLst>
          <pc:docMk/>
          <pc:sldMk cId="3621264000" sldId="269"/>
        </pc:sldMkLst>
        <pc:spChg chg="mod">
          <ac:chgData name="宸君 葉" userId="325a1ff1e7b936a6" providerId="LiveId" clId="{03A1A3BC-336D-4CEA-BA10-244A11DB88FB}" dt="2025-12-22T17:35:18.205" v="3447" actId="20577"/>
          <ac:spMkLst>
            <pc:docMk/>
            <pc:sldMk cId="3621264000" sldId="269"/>
            <ac:spMk id="2" creationId="{F6033117-5994-281A-5E24-23839C8E141E}"/>
          </ac:spMkLst>
        </pc:spChg>
        <pc:spChg chg="mod">
          <ac:chgData name="宸君 葉" userId="325a1ff1e7b936a6" providerId="LiveId" clId="{03A1A3BC-336D-4CEA-BA10-244A11DB88FB}" dt="2025-12-22T17:40:03.868" v="3882" actId="207"/>
          <ac:spMkLst>
            <pc:docMk/>
            <pc:sldMk cId="3621264000" sldId="269"/>
            <ac:spMk id="3" creationId="{8DD2B4F7-8590-3677-00D7-C789DA2DBA93}"/>
          </ac:spMkLst>
        </pc:spChg>
        <pc:spChg chg="add">
          <ac:chgData name="宸君 葉" userId="325a1ff1e7b936a6" providerId="LiveId" clId="{03A1A3BC-336D-4CEA-BA10-244A11DB88FB}" dt="2025-12-22T17:37:08.645" v="3465"/>
          <ac:spMkLst>
            <pc:docMk/>
            <pc:sldMk cId="3621264000" sldId="269"/>
            <ac:spMk id="4" creationId="{119AD283-36DB-BE8B-82BD-0199F6D3CC34}"/>
          </ac:spMkLst>
        </pc:spChg>
        <pc:spChg chg="add">
          <ac:chgData name="宸君 葉" userId="325a1ff1e7b936a6" providerId="LiveId" clId="{03A1A3BC-336D-4CEA-BA10-244A11DB88FB}" dt="2025-12-22T17:37:12.223" v="3469"/>
          <ac:spMkLst>
            <pc:docMk/>
            <pc:sldMk cId="3621264000" sldId="269"/>
            <ac:spMk id="5" creationId="{8EE38DFA-7D20-3A6E-1689-C585FDF49B4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271685-22E9-B90B-AE14-E7EB4E977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02A9716-E3DC-B6F6-1BF1-0144E70AA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2D2D23-027D-967B-A8D3-A8D3154E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904C-2877-4543-978E-392B417485B6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56436F-3632-E348-8A05-2791678F9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D3C502-767A-A079-78B0-C7209BB4A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14D5-68CC-43C8-A37E-C2F7D14D1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9655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E1FA77-5A49-5405-B614-AF6ACF5AD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C6005A-9EA5-35DF-DD07-DF0BC211B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47C691-10FA-4BAB-01D1-582ACC7F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904C-2877-4543-978E-392B417485B6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47979A-9056-A939-E06C-343A105BE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4583BB-476B-8C56-92BC-0956A9B9B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14D5-68CC-43C8-A37E-C2F7D14D1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0596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CB9631-214A-2D26-742F-C71610A5F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BAB83F-2671-BB83-C2A7-80B72E127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8B9772-EB27-CC69-BC7D-0747FF7D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904C-2877-4543-978E-392B417485B6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28A11C-7EE0-6DE5-BAE8-6507069AD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04A736-4376-0453-0892-3CAE55803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14D5-68CC-43C8-A37E-C2F7D14D1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0713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463206-B71F-44AD-FD8C-8029682C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C317EA-8DC4-3C2E-E48D-1728C68E4C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DE27D8C-0F8D-3B32-7E51-19B27E7A9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38D1EAF-BF31-20CC-2B41-8A96C8E4C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904C-2877-4543-978E-392B417485B6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3B1C7ED-F155-0A64-3244-0F4DA29C5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850BACC-2A5F-B2E2-BE52-D4A653067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14D5-68CC-43C8-A37E-C2F7D14D1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3292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2C3516-BADE-1BC3-76CB-0E20B468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AE6AEA-BC86-B0C1-DC40-216E6814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8D0838-0D7B-85E8-A9D3-F407778AF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569FE3-A781-E94E-CAB0-7AC32FB24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2A88ABE-CBBE-91AD-D0F7-26D517264D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1CFCF2A-914C-8979-9EBA-EFAF0A908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904C-2877-4543-978E-392B417485B6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10F6BC9-90B3-5020-0E35-E5C7C8B61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866D397-94AD-BF4A-1573-223187F90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14D5-68CC-43C8-A37E-C2F7D14D1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352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193153-5B52-B13C-D671-186BD51F4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D738519-E7DB-EE82-E322-48F6750FC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904C-2877-4543-978E-392B417485B6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E6002A3-F876-B5FD-6464-DABFB7D81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278FC7D-7270-DBE6-D3AF-34B07B93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14D5-68CC-43C8-A37E-C2F7D14D1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7855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9B39366-D0A5-BECB-2E59-F53F7BEAC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904C-2877-4543-978E-392B417485B6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2479398-8CB5-4266-C8AF-E66BDCFA7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6962C-2B8A-CB99-E867-726B9C5C4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14D5-68CC-43C8-A37E-C2F7D14D1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5733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979802-ED75-8014-5BD0-177DF0526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004C7E-4D9B-52BA-D961-0980FF84C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B066C30-B4D0-2383-23B3-EBA89F040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A97CD10-E4A8-CE2B-9EED-559130EE0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904C-2877-4543-978E-392B417485B6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EA8EA7-C0A6-88AD-38E7-04E224511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FA60CA-1C6D-2D4C-3ACB-244092966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14D5-68CC-43C8-A37E-C2F7D14D1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080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422F75-EA46-8D4E-D7A8-28FBA16B2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D4E458F-D190-7EBB-F9C9-59D9DF25F6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81B97F-8607-A33E-86C1-1942FE7D5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E87A054-25E6-D1BF-BCAF-C8DFC4655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904C-2877-4543-978E-392B417485B6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314AA4D-0C9E-80D4-4B23-78F81AFD8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7B6271B-CEF1-A608-1EF4-D80454DD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14D5-68CC-43C8-A37E-C2F7D14D1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0479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3436D0-A594-5572-54BB-52FFBC381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4E52A89-5228-D133-FD15-5A6DAF4B6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F49E71-94B1-61B1-41A3-5C8FDA574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904C-2877-4543-978E-392B417485B6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4C5FCE-0F65-0C5A-8FBB-E77670C5E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2B88C6-C16F-3DEF-EAB9-0D0AA4B01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14D5-68CC-43C8-A37E-C2F7D14D1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0067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5F4022D-0FAA-8902-6B01-B6F0AFF6DD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C760298-AB5B-E772-5BDD-BCE2D9AB4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42C4CF-48F0-409D-AC68-06D252039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904C-2877-4543-978E-392B417485B6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AD06D4-B1E9-2F6C-4362-AFE28C07E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298335-7A10-4735-4813-1B4E0245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C14D5-68CC-43C8-A37E-C2F7D14D1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3043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28C0558-5C9D-61F7-AA8C-BC631E394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85CCE2-CDC3-E597-3579-66F232EEB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922B5E1-5EED-FF92-2BB4-A9C03C3ED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A904C-2877-4543-978E-392B417485B6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DB66C1-5298-A3FC-91EE-7D235B932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304DAD-DFA0-72F3-F26B-313A9DB98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C14D5-68CC-43C8-A37E-C2F7D14D1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6519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757555-4B2D-CF98-0724-69E68A442D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Othello algorithm</a:t>
            </a:r>
            <a:r>
              <a:rPr lang="zh-TW" altLang="en-US" dirty="0"/>
              <a:t> </a:t>
            </a:r>
            <a:r>
              <a:rPr lang="en-US" altLang="zh-TW" dirty="0"/>
              <a:t>presentation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769792F-8D31-94BE-1956-D548BA48EA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葉宸君 賴威銘 郭太一</a:t>
            </a:r>
            <a:endParaRPr lang="en-US" altLang="zh-TW" dirty="0"/>
          </a:p>
          <a:p>
            <a:r>
              <a:rPr lang="en-US" altLang="zh-TW" dirty="0"/>
              <a:t>2025.12.24</a:t>
            </a:r>
          </a:p>
        </p:txBody>
      </p:sp>
    </p:spTree>
    <p:extLst>
      <p:ext uri="{BB962C8B-B14F-4D97-AF65-F5344CB8AC3E}">
        <p14:creationId xmlns:p14="http://schemas.microsoft.com/office/powerpoint/2010/main" val="3154799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07DEE1-0561-159D-9364-1FF3D6BB0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Summary of original Ot8b program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C17344-28B8-6DAE-E4D7-0108FD560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Core algorithm:</a:t>
            </a:r>
          </a:p>
          <a:p>
            <a:pPr lvl="1"/>
            <a:r>
              <a:rPr lang="en-US" altLang="zh-TW" dirty="0"/>
              <a:t>Uses basic Minmax with Alpha-Beta pruning.</a:t>
            </a:r>
          </a:p>
          <a:p>
            <a:pPr lvl="1"/>
            <a:r>
              <a:rPr lang="en-US" altLang="zh-TW" dirty="0"/>
              <a:t>Fixed Search Depth: The depth is static (default 6) and does not adapt to remaining time.</a:t>
            </a:r>
          </a:p>
          <a:p>
            <a:endParaRPr lang="en-US" altLang="zh-TW" dirty="0"/>
          </a:p>
          <a:p>
            <a:r>
              <a:rPr lang="en-US" altLang="zh-TW" dirty="0"/>
              <a:t>Evaluation function:</a:t>
            </a:r>
          </a:p>
          <a:p>
            <a:pPr lvl="1"/>
            <a:r>
              <a:rPr lang="en-US" altLang="zh-TW" dirty="0"/>
              <a:t>Naive Material Counting: Uses a board-weight table where all values are 1, meaning it only calculates piece difference (Greedy approach).</a:t>
            </a:r>
          </a:p>
          <a:p>
            <a:pPr lvl="1"/>
            <a:r>
              <a:rPr lang="en-US" altLang="zh-TW" dirty="0"/>
              <a:t>Lack of Strategy: No consideration for mobility, frontier discs, or positional stability.</a:t>
            </a:r>
          </a:p>
        </p:txBody>
      </p:sp>
    </p:spTree>
    <p:extLst>
      <p:ext uri="{BB962C8B-B14F-4D97-AF65-F5344CB8AC3E}">
        <p14:creationId xmlns:p14="http://schemas.microsoft.com/office/powerpoint/2010/main" val="2155116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8A4A3-8F76-0B1C-77CA-747653AED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DDEAAB-ADCB-B78E-9108-861DA183A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Summary of original Ot8b program cont.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7ACE3C-0C7B-9130-AA3C-ADC4A845A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Data Structure:</a:t>
            </a:r>
          </a:p>
          <a:p>
            <a:pPr lvl="1"/>
            <a:r>
              <a:rPr lang="en-US" altLang="zh-TW" dirty="0"/>
              <a:t>Uses a 2D Integer Array `(</a:t>
            </a:r>
            <a:r>
              <a:rPr lang="en-US" altLang="zh-TW" dirty="0" err="1"/>
              <a:t>Now_Board</a:t>
            </a:r>
            <a:r>
              <a:rPr lang="en-US" altLang="zh-TW" dirty="0"/>
              <a:t>[8][8])` which requires slow loops for direction checking and `</a:t>
            </a:r>
            <a:r>
              <a:rPr lang="en-US" altLang="zh-TW" dirty="0" err="1"/>
              <a:t>memcpy</a:t>
            </a:r>
            <a:r>
              <a:rPr lang="en-US" altLang="zh-TW" dirty="0"/>
              <a:t>` for state backup.</a:t>
            </a:r>
          </a:p>
          <a:p>
            <a:endParaRPr lang="en-US" altLang="zh-TW" dirty="0"/>
          </a:p>
          <a:p>
            <a:r>
              <a:rPr lang="en-US" altLang="zh-TW" dirty="0"/>
              <a:t>Missing Optimization:</a:t>
            </a:r>
          </a:p>
          <a:p>
            <a:pPr lvl="1"/>
            <a:r>
              <a:rPr lang="en-US" altLang="zh-TW" dirty="0"/>
              <a:t>No Move Ordering (searches randomly or sequentially), causing inefficient pruning.</a:t>
            </a:r>
          </a:p>
        </p:txBody>
      </p:sp>
    </p:spTree>
    <p:extLst>
      <p:ext uri="{BB962C8B-B14F-4D97-AF65-F5344CB8AC3E}">
        <p14:creationId xmlns:p14="http://schemas.microsoft.com/office/powerpoint/2010/main" val="2198917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952B93-B882-71EF-FBA0-B16D9696B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Overview of enhancements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F8694B-0942-1F16-903E-765C8360D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r>
              <a:rPr lang="en-US" altLang="zh-TW" dirty="0"/>
              <a:t>Data Structure Optimization:</a:t>
            </a:r>
          </a:p>
          <a:p>
            <a:pPr lvl="1"/>
            <a:r>
              <a:rPr lang="en-US" altLang="zh-TW" dirty="0"/>
              <a:t>Replaced 2D array with </a:t>
            </a:r>
            <a:r>
              <a:rPr lang="en-US" altLang="zh-TW" dirty="0">
                <a:solidFill>
                  <a:srgbClr val="FF0000"/>
                </a:solidFill>
              </a:rPr>
              <a:t>Bitboards</a:t>
            </a:r>
            <a:r>
              <a:rPr lang="en-US" altLang="zh-TW" dirty="0"/>
              <a:t> for O(1) move generation and flipping.</a:t>
            </a:r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en-US" altLang="zh-TW" dirty="0"/>
              <a:t>Search enhancements:</a:t>
            </a:r>
          </a:p>
          <a:p>
            <a:pPr lvl="1"/>
            <a:r>
              <a:rPr lang="en-US" altLang="zh-TW" dirty="0"/>
              <a:t>Implemented </a:t>
            </a:r>
            <a:r>
              <a:rPr lang="en-US" altLang="zh-TW" dirty="0">
                <a:solidFill>
                  <a:srgbClr val="FF0000"/>
                </a:solidFill>
              </a:rPr>
              <a:t>Iterative Deepening (IDDFS) </a:t>
            </a:r>
            <a:r>
              <a:rPr lang="en-US" altLang="zh-TW" dirty="0"/>
              <a:t>for dynamic depth and time management.</a:t>
            </a:r>
          </a:p>
          <a:p>
            <a:pPr lvl="1"/>
            <a:r>
              <a:rPr lang="en-US" altLang="zh-TW" dirty="0"/>
              <a:t>Added </a:t>
            </a:r>
            <a:r>
              <a:rPr lang="en-US" altLang="zh-TW" dirty="0">
                <a:solidFill>
                  <a:srgbClr val="FF0000"/>
                </a:solidFill>
              </a:rPr>
              <a:t>Killer Heuristic </a:t>
            </a:r>
            <a:r>
              <a:rPr lang="en-US" altLang="zh-TW" dirty="0"/>
              <a:t>to prioritize moves that cause beta-cutoffs.</a:t>
            </a:r>
          </a:p>
        </p:txBody>
      </p:sp>
    </p:spTree>
    <p:extLst>
      <p:ext uri="{BB962C8B-B14F-4D97-AF65-F5344CB8AC3E}">
        <p14:creationId xmlns:p14="http://schemas.microsoft.com/office/powerpoint/2010/main" val="1039761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1EE65-183E-5D47-C87E-ABB6ABD36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8713FF-C036-5F87-1876-7BC6DD223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Overview of enhancements cont.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C87097-B0D5-ABA2-F789-20B754035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r>
              <a:rPr lang="en-US" altLang="zh-TW" dirty="0"/>
              <a:t>Advanced evaluation function:</a:t>
            </a:r>
          </a:p>
          <a:p>
            <a:pPr lvl="1"/>
            <a:r>
              <a:rPr lang="en-US" altLang="zh-TW" dirty="0"/>
              <a:t>Added </a:t>
            </a:r>
            <a:r>
              <a:rPr lang="en-US" altLang="zh-TW" dirty="0">
                <a:solidFill>
                  <a:srgbClr val="FF0000"/>
                </a:solidFill>
              </a:rPr>
              <a:t>Positional Weights </a:t>
            </a:r>
            <a:r>
              <a:rPr lang="en-US" altLang="zh-TW" dirty="0"/>
              <a:t>(Corners, X-squares).</a:t>
            </a:r>
          </a:p>
          <a:p>
            <a:pPr lvl="1"/>
            <a:r>
              <a:rPr lang="en-US" altLang="zh-TW" dirty="0"/>
              <a:t>Included </a:t>
            </a:r>
            <a:r>
              <a:rPr lang="en-US" altLang="zh-TW" dirty="0">
                <a:solidFill>
                  <a:srgbClr val="FF0000"/>
                </a:solidFill>
              </a:rPr>
              <a:t>Mobility</a:t>
            </a:r>
            <a:r>
              <a:rPr lang="en-US" altLang="zh-TW" dirty="0"/>
              <a:t> (maximizing legal moves) and </a:t>
            </a:r>
            <a:r>
              <a:rPr lang="en-US" altLang="zh-TW" dirty="0">
                <a:solidFill>
                  <a:srgbClr val="FF0000"/>
                </a:solidFill>
              </a:rPr>
              <a:t>Frontier Discs </a:t>
            </a:r>
            <a:r>
              <a:rPr lang="en-US" altLang="zh-TW" dirty="0"/>
              <a:t>(minimizing exposed pieces).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Phased Weighting</a:t>
            </a:r>
            <a:r>
              <a:rPr lang="en-US" altLang="zh-TW" dirty="0"/>
              <a:t>: Dynamic weights based on game stage (Opening vs. Endgame).</a:t>
            </a:r>
          </a:p>
          <a:p>
            <a:endParaRPr lang="en-US" altLang="zh-TW" dirty="0"/>
          </a:p>
          <a:p>
            <a:r>
              <a:rPr lang="en-US" altLang="zh-TW" dirty="0"/>
              <a:t>Move Ordering:</a:t>
            </a:r>
          </a:p>
          <a:p>
            <a:pPr lvl="1"/>
            <a:r>
              <a:rPr lang="en-US" altLang="zh-TW" dirty="0"/>
              <a:t>Moves are sorted by heuristic score and Killer status before searching to maximize pruning.</a:t>
            </a:r>
          </a:p>
        </p:txBody>
      </p:sp>
    </p:spTree>
    <p:extLst>
      <p:ext uri="{BB962C8B-B14F-4D97-AF65-F5344CB8AC3E}">
        <p14:creationId xmlns:p14="http://schemas.microsoft.com/office/powerpoint/2010/main" val="1437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0A22F-C201-ABA9-F743-1BF729147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6417D7-7FA2-7D9A-55B0-9AFE3DDE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Modification Detail – Bitboards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9AD890-211B-4C1D-5FF4-0441F6ABD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Original Ot8b Behavior:</a:t>
            </a:r>
          </a:p>
          <a:p>
            <a:pPr lvl="1"/>
            <a:r>
              <a:rPr lang="en-US" altLang="zh-TW" dirty="0"/>
              <a:t>Used `int </a:t>
            </a:r>
            <a:r>
              <a:rPr lang="en-US" altLang="zh-TW" dirty="0" err="1"/>
              <a:t>Now_Board</a:t>
            </a:r>
            <a:r>
              <a:rPr lang="en-US" altLang="zh-TW" dirty="0"/>
              <a:t>[8][8]`.</a:t>
            </a:r>
          </a:p>
          <a:p>
            <a:pPr lvl="1"/>
            <a:r>
              <a:rPr lang="en-US" altLang="zh-TW" dirty="0"/>
              <a:t>Required looping though 8 directions to flip pieces `(</a:t>
            </a:r>
            <a:r>
              <a:rPr lang="en-US" altLang="zh-TW" dirty="0" err="1"/>
              <a:t>Check_Cross</a:t>
            </a:r>
            <a:r>
              <a:rPr lang="en-US" altLang="zh-TW" dirty="0"/>
              <a:t>)`, which is slow.</a:t>
            </a:r>
          </a:p>
          <a:p>
            <a:pPr lvl="1"/>
            <a:r>
              <a:rPr lang="en-US" altLang="zh-TW" dirty="0"/>
              <a:t>State backup used `</a:t>
            </a:r>
            <a:r>
              <a:rPr lang="en-US" altLang="zh-TW" dirty="0" err="1"/>
              <a:t>memcpy</a:t>
            </a:r>
            <a:r>
              <a:rPr lang="en-US" altLang="zh-TW" dirty="0"/>
              <a:t>`, consuming memory bandwidth.</a:t>
            </a:r>
          </a:p>
          <a:p>
            <a:r>
              <a:rPr lang="en-US" altLang="zh-TW" dirty="0"/>
              <a:t>Modified Implementation:</a:t>
            </a:r>
          </a:p>
          <a:p>
            <a:pPr lvl="1"/>
            <a:r>
              <a:rPr lang="en-US" altLang="zh-TW" dirty="0"/>
              <a:t>Implemented </a:t>
            </a:r>
            <a:r>
              <a:rPr lang="en-US" altLang="zh-TW" dirty="0">
                <a:solidFill>
                  <a:srgbClr val="FF0000"/>
                </a:solidFill>
              </a:rPr>
              <a:t>Bitboards</a:t>
            </a:r>
            <a:r>
              <a:rPr lang="en-US" altLang="zh-TW" dirty="0"/>
              <a:t> (`uint64_t`, `</a:t>
            </a:r>
            <a:r>
              <a:rPr lang="en-US" altLang="zh-TW" dirty="0" err="1"/>
              <a:t>BB_Black</a:t>
            </a:r>
            <a:r>
              <a:rPr lang="en-US" altLang="zh-TW" dirty="0"/>
              <a:t>`, `</a:t>
            </a:r>
            <a:r>
              <a:rPr lang="en-US" altLang="zh-TW" dirty="0" err="1"/>
              <a:t>BB_White</a:t>
            </a:r>
            <a:r>
              <a:rPr lang="en-US" altLang="zh-TW" dirty="0"/>
              <a:t>`).</a:t>
            </a:r>
          </a:p>
          <a:p>
            <a:pPr lvl="1"/>
            <a:r>
              <a:rPr lang="en-US" altLang="zh-TW" dirty="0"/>
              <a:t>Uses </a:t>
            </a:r>
            <a:r>
              <a:rPr lang="en-US" altLang="zh-TW" dirty="0">
                <a:solidFill>
                  <a:srgbClr val="FF0000"/>
                </a:solidFill>
              </a:rPr>
              <a:t>Bitwise Operations </a:t>
            </a:r>
            <a:r>
              <a:rPr lang="en-US" altLang="zh-TW" dirty="0"/>
              <a:t>(masks and shifts) to calculate flips in parallel without loops.</a:t>
            </a:r>
          </a:p>
          <a:p>
            <a:r>
              <a:rPr lang="en-US" altLang="zh-TW" dirty="0"/>
              <a:t>How this improves playing strength:</a:t>
            </a:r>
          </a:p>
          <a:p>
            <a:pPr lvl="1"/>
            <a:r>
              <a:rPr lang="en-US" altLang="zh-TW" dirty="0" err="1"/>
              <a:t>Caculation</a:t>
            </a:r>
            <a:r>
              <a:rPr lang="en-US" altLang="zh-TW" dirty="0"/>
              <a:t> Speed: Drastically reduces the time per node, allowing the AI to search significantly deeper (e.g., +2 ply) within the same time limit.</a:t>
            </a:r>
          </a:p>
        </p:txBody>
      </p:sp>
    </p:spTree>
    <p:extLst>
      <p:ext uri="{BB962C8B-B14F-4D97-AF65-F5344CB8AC3E}">
        <p14:creationId xmlns:p14="http://schemas.microsoft.com/office/powerpoint/2010/main" val="2401059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70706-F899-6ADA-4023-CF0D2A289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E55EEC-144E-B0A1-4C08-6E24CAF41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Modification Detail – Enhanced Evaluation Function</a:t>
            </a:r>
            <a:endParaRPr lang="zh-TW" altLang="en-US" sz="3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72FFC7-6061-4E06-3A7C-AF71D785A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 fontScale="92500"/>
          </a:bodyPr>
          <a:lstStyle/>
          <a:p>
            <a:r>
              <a:rPr lang="en-US" altLang="zh-TW" dirty="0"/>
              <a:t>Original Ot8b Behavior:</a:t>
            </a:r>
          </a:p>
          <a:p>
            <a:pPr lvl="1"/>
            <a:r>
              <a:rPr lang="en-US" altLang="zh-TW" dirty="0"/>
              <a:t>Only counted piece difference (</a:t>
            </a:r>
            <a:r>
              <a:rPr lang="en-US" altLang="zh-TW" dirty="0" err="1"/>
              <a:t>board_weight</a:t>
            </a:r>
            <a:r>
              <a:rPr lang="en-US" altLang="zh-TW" dirty="0"/>
              <a:t> values were all 1).</a:t>
            </a:r>
          </a:p>
          <a:p>
            <a:pPr lvl="1"/>
            <a:r>
              <a:rPr lang="en-US" altLang="zh-TW" dirty="0"/>
              <a:t>AI played greedily, often taking many pieces early but losing corner control.</a:t>
            </a:r>
          </a:p>
          <a:p>
            <a:r>
              <a:rPr lang="en-US" altLang="zh-TW" dirty="0"/>
              <a:t>Modified Implementation: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Positional Strategy</a:t>
            </a:r>
            <a:r>
              <a:rPr lang="en-US" altLang="zh-TW" dirty="0"/>
              <a:t>: Corners are +100, C-squares/X-squares are -20/-50.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Mobility &amp; Frontier</a:t>
            </a:r>
            <a:r>
              <a:rPr lang="en-US" altLang="zh-TW" dirty="0"/>
              <a:t>: AI now values having more move options and fewer exposed pieces.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Dynamic Phases</a:t>
            </a:r>
            <a:r>
              <a:rPr lang="en-US" altLang="zh-TW" dirty="0"/>
              <a:t>: Weights change based on `</a:t>
            </a:r>
            <a:r>
              <a:rPr lang="en-US" altLang="zh-TW" dirty="0" err="1"/>
              <a:t>HandNumber</a:t>
            </a:r>
            <a:r>
              <a:rPr lang="en-US" altLang="zh-TW" dirty="0"/>
              <a:t>`. Early game prioritizes mobility; late game prioritizes piece count.</a:t>
            </a:r>
          </a:p>
          <a:p>
            <a:r>
              <a:rPr lang="en-US" altLang="zh-TW" dirty="0"/>
              <a:t>How this improves playing strength:</a:t>
            </a:r>
          </a:p>
          <a:p>
            <a:pPr lvl="1"/>
            <a:r>
              <a:rPr lang="en-US" altLang="zh-TW" dirty="0"/>
              <a:t>AI plays strategically: It avoids bad squares (X-squares), controls corners, and limits the opponent's mobility instead of just eating pieces.</a:t>
            </a:r>
          </a:p>
        </p:txBody>
      </p:sp>
    </p:spTree>
    <p:extLst>
      <p:ext uri="{BB962C8B-B14F-4D97-AF65-F5344CB8AC3E}">
        <p14:creationId xmlns:p14="http://schemas.microsoft.com/office/powerpoint/2010/main" val="219195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33C09-ECA4-57B8-674B-F9618C7E8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AAC6E7-A304-7403-38B8-5591EAF07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Modification Detail – Search Strategy (IDDFS)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8E04A4-3803-3D8D-B559-AF97472D8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28994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Original Ot8b Behavior:</a:t>
            </a:r>
          </a:p>
          <a:p>
            <a:pPr lvl="1"/>
            <a:r>
              <a:rPr lang="en-US" altLang="zh-TW" dirty="0"/>
              <a:t>Searched to a fixed depth. If the calculation took too long, it had no mechanism to stop gracefully or return a partial result.</a:t>
            </a:r>
          </a:p>
          <a:p>
            <a:r>
              <a:rPr lang="en-US" altLang="zh-TW" dirty="0"/>
              <a:t>Modified Implementation: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Iterative Deepening</a:t>
            </a:r>
            <a:r>
              <a:rPr lang="en-US" altLang="zh-TW" dirty="0"/>
              <a:t>: Searches depth 4, then 6, then 8... using a loop in `</a:t>
            </a:r>
            <a:r>
              <a:rPr lang="en-US" altLang="zh-TW" dirty="0" err="1"/>
              <a:t>Computer_Think</a:t>
            </a:r>
            <a:r>
              <a:rPr lang="en-US" altLang="zh-TW" dirty="0"/>
              <a:t>`.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Time Control</a:t>
            </a:r>
            <a:r>
              <a:rPr lang="en-US" altLang="zh-TW" dirty="0"/>
              <a:t>: Checks `clock()` during the loop. If time exceeds 5 seconds, it stops and returns the best move found so far.</a:t>
            </a:r>
          </a:p>
          <a:p>
            <a:r>
              <a:rPr lang="en-US" altLang="zh-TW" dirty="0"/>
              <a:t>How this improves playing strength: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Reliability</a:t>
            </a:r>
            <a:r>
              <a:rPr lang="en-US" altLang="zh-TW" dirty="0"/>
              <a:t>: Prevents timeout loses.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Efficiency</a:t>
            </a:r>
            <a:r>
              <a:rPr lang="en-US" altLang="zh-TW" dirty="0"/>
              <a:t>: Ensures the AI always has a "best move" ready, even if the deepest search is interrupted.</a:t>
            </a:r>
          </a:p>
        </p:txBody>
      </p:sp>
    </p:spTree>
    <p:extLst>
      <p:ext uri="{BB962C8B-B14F-4D97-AF65-F5344CB8AC3E}">
        <p14:creationId xmlns:p14="http://schemas.microsoft.com/office/powerpoint/2010/main" val="2940371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5F4C6-044E-8514-96CF-E1BC5534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83FBA8-0A5D-104A-BD18-215EAC5A5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Testing Method &amp; Results</a:t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C8BD10F-CC06-10D1-965E-AB034126E7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398302"/>
              </p:ext>
            </p:extLst>
          </p:nvPr>
        </p:nvGraphicFramePr>
        <p:xfrm>
          <a:off x="1099126" y="1840345"/>
          <a:ext cx="9827492" cy="227907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56873">
                  <a:extLst>
                    <a:ext uri="{9D8B030D-6E8A-4147-A177-3AD203B41FA5}">
                      <a16:colId xmlns:a16="http://schemas.microsoft.com/office/drawing/2014/main" val="4157720085"/>
                    </a:ext>
                  </a:extLst>
                </a:gridCol>
                <a:gridCol w="2456873">
                  <a:extLst>
                    <a:ext uri="{9D8B030D-6E8A-4147-A177-3AD203B41FA5}">
                      <a16:colId xmlns:a16="http://schemas.microsoft.com/office/drawing/2014/main" val="46981912"/>
                    </a:ext>
                  </a:extLst>
                </a:gridCol>
                <a:gridCol w="2456873">
                  <a:extLst>
                    <a:ext uri="{9D8B030D-6E8A-4147-A177-3AD203B41FA5}">
                      <a16:colId xmlns:a16="http://schemas.microsoft.com/office/drawing/2014/main" val="3891814166"/>
                    </a:ext>
                  </a:extLst>
                </a:gridCol>
                <a:gridCol w="2456873">
                  <a:extLst>
                    <a:ext uri="{9D8B030D-6E8A-4147-A177-3AD203B41FA5}">
                      <a16:colId xmlns:a16="http://schemas.microsoft.com/office/drawing/2014/main" val="1282327983"/>
                    </a:ext>
                  </a:extLst>
                </a:gridCol>
              </a:tblGrid>
              <a:tr h="759691">
                <a:tc>
                  <a:txBody>
                    <a:bodyPr/>
                    <a:lstStyle/>
                    <a:p>
                      <a:r>
                        <a:rPr lang="en-US" altLang="zh-TW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Opponent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Version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Games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 Rate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579705"/>
                  </a:ext>
                </a:extLst>
              </a:tr>
              <a:tr h="759691">
                <a:tc>
                  <a:txBody>
                    <a:bodyPr/>
                    <a:lstStyle/>
                    <a:p>
                      <a:r>
                        <a:rPr lang="en-US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Ot8.exe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Ot8b.exe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50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12.24%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629346"/>
                  </a:ext>
                </a:extLst>
              </a:tr>
              <a:tr h="759691">
                <a:tc>
                  <a:txBody>
                    <a:bodyPr/>
                    <a:lstStyle/>
                    <a:p>
                      <a:r>
                        <a:rPr lang="en-US" altLang="zh-TW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Ot8.exe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alpha_beta.exe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50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/>
                        <a:t>90%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736107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B5E45A8C-4AE4-F2A3-BBD2-8B2F171E9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125" y="4796987"/>
            <a:ext cx="3610479" cy="190527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3FB7243-338A-DC5D-AADE-F155C7546073}"/>
              </a:ext>
            </a:extLst>
          </p:cNvPr>
          <p:cNvSpPr txBox="1"/>
          <p:nvPr/>
        </p:nvSpPr>
        <p:spPr>
          <a:xfrm>
            <a:off x="1099125" y="4368800"/>
            <a:ext cx="5578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Ot8b First vs Ot8 Second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64D9461-A08D-A1F7-A313-2E734E44FB0B}"/>
              </a:ext>
            </a:extLst>
          </p:cNvPr>
          <p:cNvSpPr txBox="1"/>
          <p:nvPr/>
        </p:nvSpPr>
        <p:spPr>
          <a:xfrm>
            <a:off x="1099124" y="5112327"/>
            <a:ext cx="5578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alpha_beta</a:t>
            </a:r>
            <a:r>
              <a:rPr lang="en-US" altLang="zh-TW" dirty="0"/>
              <a:t> First vs Ot8 Second</a:t>
            </a:r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F057AFB9-1DCE-7CB7-D2ED-EA53E8251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124" y="5550041"/>
            <a:ext cx="3534268" cy="1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230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E1B64-2D19-120B-66B7-A04F465DE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7FB6B4-834D-781C-9878-5A9B6838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1D90BA-ECF7-951A-464C-D5251D0D6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28994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Summary of Major Modifications: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Bitboard Architecture</a:t>
            </a:r>
            <a:r>
              <a:rPr lang="en-US" altLang="zh-TW" dirty="0"/>
              <a:t>: Replaced slow 2D arrays with 64-bit integers for O(1) operations.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Advanced Evaluation</a:t>
            </a:r>
            <a:r>
              <a:rPr lang="en-US" altLang="zh-TW" dirty="0"/>
              <a:t>: Shifted from simple coin-counting to a weighted system considering </a:t>
            </a:r>
            <a:r>
              <a:rPr lang="en-US" altLang="zh-TW" dirty="0">
                <a:solidFill>
                  <a:srgbClr val="FF0000"/>
                </a:solidFill>
              </a:rPr>
              <a:t>Mobility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Corners</a:t>
            </a:r>
            <a:r>
              <a:rPr lang="en-US" altLang="zh-TW" dirty="0"/>
              <a:t>, and </a:t>
            </a:r>
            <a:r>
              <a:rPr lang="en-US" altLang="zh-TW" dirty="0">
                <a:solidFill>
                  <a:srgbClr val="FF0000"/>
                </a:solidFill>
              </a:rPr>
              <a:t>Frontier Discs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Search Efficiency</a:t>
            </a:r>
            <a:r>
              <a:rPr lang="en-US" altLang="zh-TW" dirty="0"/>
              <a:t>: Implemented </a:t>
            </a:r>
            <a:r>
              <a:rPr lang="en-US" altLang="zh-TW" dirty="0">
                <a:solidFill>
                  <a:srgbClr val="FF0000"/>
                </a:solidFill>
              </a:rPr>
              <a:t>Iterative Deepening </a:t>
            </a:r>
            <a:r>
              <a:rPr lang="en-US" altLang="zh-TW" dirty="0"/>
              <a:t>for time management and </a:t>
            </a:r>
            <a:r>
              <a:rPr lang="en-US" altLang="zh-TW" dirty="0">
                <a:solidFill>
                  <a:srgbClr val="FF0000"/>
                </a:solidFill>
              </a:rPr>
              <a:t>Move Ordering (Killer Heuristic)</a:t>
            </a:r>
            <a:r>
              <a:rPr lang="en-US" altLang="zh-TW" dirty="0"/>
              <a:t> to maximize pruning.</a:t>
            </a:r>
          </a:p>
          <a:p>
            <a:r>
              <a:rPr lang="en-US" altLang="zh-TW" dirty="0"/>
              <a:t>Most Effective Improvements: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Strategic Intelligence</a:t>
            </a:r>
            <a:r>
              <a:rPr lang="en-US" altLang="zh-TW" dirty="0"/>
              <a:t>: The </a:t>
            </a:r>
            <a:r>
              <a:rPr lang="en-US" altLang="zh-TW" dirty="0">
                <a:solidFill>
                  <a:srgbClr val="FF0000"/>
                </a:solidFill>
              </a:rPr>
              <a:t>Evaluation Function</a:t>
            </a:r>
            <a:r>
              <a:rPr lang="en-US" altLang="zh-TW" dirty="0"/>
              <a:t> is the game-changer. It stops the AI from greedily eating pieces early (which is bad) and focuses on limiting the opponent's moves.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Computational Speed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0000"/>
                </a:solidFill>
              </a:rPr>
              <a:t>Bitboards</a:t>
            </a:r>
            <a:r>
              <a:rPr lang="en-US" altLang="zh-TW" dirty="0"/>
              <a:t> reduced memory copying and loop overhead, allowing the AI to search </a:t>
            </a:r>
            <a:r>
              <a:rPr lang="en-US" altLang="zh-TW" dirty="0">
                <a:solidFill>
                  <a:srgbClr val="FF0000"/>
                </a:solidFill>
              </a:rPr>
              <a:t>2+ ply deeper </a:t>
            </a:r>
            <a:r>
              <a:rPr lang="en-US" altLang="zh-TW" dirty="0"/>
              <a:t>than the original version within the same time limit.</a:t>
            </a:r>
          </a:p>
        </p:txBody>
      </p:sp>
    </p:spTree>
    <p:extLst>
      <p:ext uri="{BB962C8B-B14F-4D97-AF65-F5344CB8AC3E}">
        <p14:creationId xmlns:p14="http://schemas.microsoft.com/office/powerpoint/2010/main" val="1230148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6B806-A42B-60FB-7CE7-299E56B5C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033117-5994-281A-5E24-23839C8E1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r>
              <a:rPr lang="zh-TW" altLang="en-US" dirty="0"/>
              <a:t> </a:t>
            </a:r>
            <a:r>
              <a:rPr lang="en-US" altLang="zh-TW" dirty="0"/>
              <a:t>cont.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D2B4F7-8590-3677-00D7-C789DA2DB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28994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Why Our Version Dominate Ot8b: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Ot8b</a:t>
            </a:r>
            <a:r>
              <a:rPr lang="en-US" altLang="zh-TW" dirty="0"/>
              <a:t> is a "Greedy Beginner": It plays randomly or just eats pieces, easily falling into traps.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Our Version </a:t>
            </a:r>
            <a:r>
              <a:rPr lang="en-US" altLang="zh-TW" dirty="0"/>
              <a:t>is a "Tactical Expert": It recognizes dangerous squares (X-squares), fights for corners, and manages time perfectly using Iterative Deepening.</a:t>
            </a:r>
          </a:p>
          <a:p>
            <a:r>
              <a:rPr lang="en-US" altLang="zh-TW" dirty="0"/>
              <a:t>Future Improvements: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Transposition Table</a:t>
            </a:r>
            <a:r>
              <a:rPr lang="en-US" altLang="zh-TW" dirty="0"/>
              <a:t>: To store previously searched positions and avoid redundant calculations.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Opening Book</a:t>
            </a:r>
            <a:r>
              <a:rPr lang="en-US" altLang="zh-TW" dirty="0"/>
              <a:t>: To play perfectly  in the first 10 – 15 moves without searching.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Endgame Solver</a:t>
            </a:r>
            <a:r>
              <a:rPr lang="en-US" altLang="zh-TW" dirty="0"/>
              <a:t>: To switch to a perfect win/loss search in the final 10 – 15 moves.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21264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903</Words>
  <Application>Microsoft Office PowerPoint</Application>
  <PresentationFormat>寬螢幕</PresentationFormat>
  <Paragraphs>92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佈景主題</vt:lpstr>
      <vt:lpstr>Othello algorithm presentation</vt:lpstr>
      <vt:lpstr>Summary of original Ot8b program</vt:lpstr>
      <vt:lpstr>Summary of original Ot8b program cont.</vt:lpstr>
      <vt:lpstr>Overview of enhancements</vt:lpstr>
      <vt:lpstr>Overview of enhancements cont.</vt:lpstr>
      <vt:lpstr>Modification Detail – Bitboards</vt:lpstr>
      <vt:lpstr>Modification Detail – Enhanced Evaluation Function</vt:lpstr>
      <vt:lpstr>Modification Detail – Search Strategy (IDDFS)</vt:lpstr>
      <vt:lpstr>Testing Method &amp; Results</vt:lpstr>
      <vt:lpstr>Conclusion</vt:lpstr>
      <vt:lpstr>Conclusion cont.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葉宸君</dc:creator>
  <cp:lastModifiedBy>宸君 葉</cp:lastModifiedBy>
  <cp:revision>1</cp:revision>
  <dcterms:created xsi:type="dcterms:W3CDTF">2025-12-21T06:34:19Z</dcterms:created>
  <dcterms:modified xsi:type="dcterms:W3CDTF">2025-12-22T19:31:23Z</dcterms:modified>
</cp:coreProperties>
</file>